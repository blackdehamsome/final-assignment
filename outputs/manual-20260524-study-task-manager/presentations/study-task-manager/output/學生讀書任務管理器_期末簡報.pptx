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d35d2c79534017" /><Relationship Type="http://schemas.openxmlformats.org/officeDocument/2006/relationships/extended-properties" Target="/docProps/app.xml" Id="R52a0efc29f754c19" /><Relationship Type="http://schemas.openxmlformats.org/officeDocument/2006/relationships/officeDocument" Target="/ppt/presentation.xml" Id="R8648af60abd24e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39ae55af1b479e"/>
  </p:sldMasterIdLst>
  <p:notesMasterIdLst>
    <p:notesMasterId xmlns:r="http://schemas.openxmlformats.org/officeDocument/2006/relationships" r:id="R535a115045c942fb"/>
  </p:notesMasterIdLst>
  <p:sldIdLst>
    <p:sldId xmlns:r="http://schemas.openxmlformats.org/officeDocument/2006/relationships" id="256" r:id="R019bc45ca0824e7c"/>
    <p:sldId xmlns:r="http://schemas.openxmlformats.org/officeDocument/2006/relationships" id="257" r:id="R283c5bb467b54881"/>
    <p:sldId xmlns:r="http://schemas.openxmlformats.org/officeDocument/2006/relationships" id="258" r:id="R27b0e32024b546e8"/>
    <p:sldId xmlns:r="http://schemas.openxmlformats.org/officeDocument/2006/relationships" id="259" r:id="R2bdf9acd31d040b4"/>
    <p:sldId xmlns:r="http://schemas.openxmlformats.org/officeDocument/2006/relationships" id="260" r:id="R847bb637f5f94ce2"/>
    <p:sldId xmlns:r="http://schemas.openxmlformats.org/officeDocument/2006/relationships" id="261" r:id="R538f472078374159"/>
    <p:sldId xmlns:r="http://schemas.openxmlformats.org/officeDocument/2006/relationships" id="262" r:id="R0dfa203baa3942ca"/>
    <p:sldId xmlns:r="http://schemas.openxmlformats.org/officeDocument/2006/relationships" id="263" r:id="R164114bc0f694d0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9ae55af1b479e" /><Relationship Type="http://schemas.openxmlformats.org/officeDocument/2006/relationships/theme" Target="/ppt/theme/theme1.xml" Id="Rb19d5201ccd0471c" /><Relationship Type="http://schemas.openxmlformats.org/officeDocument/2006/relationships/notesMaster" Target="/ppt/notesMasters/notesMaster1.xml" Id="R535a115045c942fb" /><Relationship Type="http://schemas.openxmlformats.org/officeDocument/2006/relationships/presProps" Target="/ppt/presProps.xml" Id="R194e400d2aa14285" /><Relationship Type="http://schemas.openxmlformats.org/officeDocument/2006/relationships/viewProps" Target="/ppt/viewProps.xml" Id="R2b6a6ddecf49497a" /><Relationship Type="http://schemas.openxmlformats.org/officeDocument/2006/relationships/tableStyles" Target="/ppt/tableStyles.xml" Id="R1bb156ea1e714c51" /><Relationship Type="http://schemas.openxmlformats.org/officeDocument/2006/relationships/slide" Target="/ppt/slides/slide1.xml" Id="R019bc45ca0824e7c" /><Relationship Type="http://schemas.openxmlformats.org/officeDocument/2006/relationships/slide" Target="/ppt/slides/slide2.xml" Id="R283c5bb467b54881" /><Relationship Type="http://schemas.openxmlformats.org/officeDocument/2006/relationships/slide" Target="/ppt/slides/slide3.xml" Id="R27b0e32024b546e8" /><Relationship Type="http://schemas.openxmlformats.org/officeDocument/2006/relationships/slide" Target="/ppt/slides/slide4.xml" Id="R2bdf9acd31d040b4" /><Relationship Type="http://schemas.openxmlformats.org/officeDocument/2006/relationships/slide" Target="/ppt/slides/slide5.xml" Id="R847bb637f5f94ce2" /><Relationship Type="http://schemas.openxmlformats.org/officeDocument/2006/relationships/slide" Target="/ppt/slides/slide6.xml" Id="R538f472078374159" /><Relationship Type="http://schemas.openxmlformats.org/officeDocument/2006/relationships/slide" Target="/ppt/slides/slide7.xml" Id="R0dfa203baa3942ca" /><Relationship Type="http://schemas.openxmlformats.org/officeDocument/2006/relationships/slide" Target="/ppt/slides/slide8.xml" Id="R164114bc0f694d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c8095ee6c4d45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aa6ebb7dab447c" /><Relationship Type="http://schemas.openxmlformats.org/officeDocument/2006/relationships/notesMaster" Target="/ppt/notesMasters/notesMaster1.xml" Id="Rffdaefc656fa42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9475b5fc7d4031" /><Relationship Type="http://schemas.openxmlformats.org/officeDocument/2006/relationships/notesMaster" Target="/ppt/notesMasters/notesMaster1.xml" Id="Rcf25e2513e0d4e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5e4b4b49454822" /><Relationship Type="http://schemas.openxmlformats.org/officeDocument/2006/relationships/notesMaster" Target="/ppt/notesMasters/notesMaster1.xml" Id="Re601c3a6461349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df1d1b842a4f0f" /><Relationship Type="http://schemas.openxmlformats.org/officeDocument/2006/relationships/notesMaster" Target="/ppt/notesMasters/notesMaster1.xml" Id="Rb170a0968c414a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b285ef19574963" /><Relationship Type="http://schemas.openxmlformats.org/officeDocument/2006/relationships/notesMaster" Target="/ppt/notesMasters/notesMaster1.xml" Id="Rb010798a5d3f41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e7455136d74784" /><Relationship Type="http://schemas.openxmlformats.org/officeDocument/2006/relationships/notesMaster" Target="/ppt/notesMasters/notesMaster1.xml" Id="R1945149c26ac4b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d287b83f9e4515" /><Relationship Type="http://schemas.openxmlformats.org/officeDocument/2006/relationships/notesMaster" Target="/ppt/notesMasters/notesMaster1.xml" Id="R36268ada23f14c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1518b8f2e44b25" /><Relationship Type="http://schemas.openxmlformats.org/officeDocument/2006/relationships/notesMaster" Target="/ppt/notesMasters/notesMaster1.xml" Id="Rf658a67588984d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b9fc74bfa3485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a57e755c15a4914" /><Relationship Type="http://schemas.openxmlformats.org/officeDocument/2006/relationships/slideLayout" Target="/ppt/slideLayouts/slideLayout2.xml" Id="Rd65430bdf4684e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5430bdf4684e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fcbd9c110149ac" /><Relationship Type="http://schemas.openxmlformats.org/officeDocument/2006/relationships/notesSlide" Target="/ppt/notesSlides/notesSlide1.xml" Id="R62bb62ab0e8444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1f5ab03a174207" /><Relationship Type="http://schemas.openxmlformats.org/officeDocument/2006/relationships/notesSlide" Target="/ppt/notesSlides/notesSlide2.xml" Id="R37cae5c95b6e4a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edd405816a41da" /><Relationship Type="http://schemas.openxmlformats.org/officeDocument/2006/relationships/notesSlide" Target="/ppt/notesSlides/notesSlide3.xml" Id="Ra104766b63244b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cbf297165444a6" /><Relationship Type="http://schemas.openxmlformats.org/officeDocument/2006/relationships/notesSlide" Target="/ppt/notesSlides/notesSlide4.xml" Id="Rc8175d9d24ed45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d9cd4d51bd47b6" /><Relationship Type="http://schemas.openxmlformats.org/officeDocument/2006/relationships/notesSlide" Target="/ppt/notesSlides/notesSlide5.xml" Id="Re0587307551343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81638de81e495d" /><Relationship Type="http://schemas.openxmlformats.org/officeDocument/2006/relationships/notesSlide" Target="/ppt/notesSlides/notesSlide6.xml" Id="R384f39eba97743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8a3785351c42d9" /><Relationship Type="http://schemas.openxmlformats.org/officeDocument/2006/relationships/notesSlide" Target="/ppt/notesSlides/notesSlide7.xml" Id="R59a79111026e46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576b989dce4eb7" /><Relationship Type="http://schemas.openxmlformats.org/officeDocument/2006/relationships/notesSlide" Target="/ppt/notesSlides/notesSlide8.xml" Id="R0f28b51172d144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435022-F779-4928-BD03-63C3198B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3DFCC-0BD7-4AC2-88D0-C1DBD65E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809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44DB3-E5F9-4809-A2DA-A6EF28F6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44FCB-8AF4-4BC0-8222-C3E0DDE3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9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89A3A"/>
                </a:solidFill>
                <a:latin typeface="Microsoft JhengHei"/>
                <a:ea typeface="Microsoft JhengHei"/>
                <a:cs typeface="Microsoft JhengHei"/>
              </a:rPr>
              <a:t>Python 期末小組作業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97B86-7FCB-4C74-A4F1-546430A3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學生讀書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任務管理器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6AE92-B3BA-4143-A947-DBF5289F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2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9E2E6"/>
                </a:solidFill>
                <a:latin typeface="Microsoft JhengHei"/>
                <a:ea typeface="Microsoft JhengHei"/>
                <a:cs typeface="Microsoft JhengHei"/>
              </a:rPr>
              <a:t>用 Tkinter + JSON 做出可操作、可保存、可統計的讀書任務工具。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A42B6-23FD-4FB2-83B0-5A7EAC24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9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D89A3A"/>
                </a:solidFill>
                <a:latin typeface="Microsoft JhengHei"/>
                <a:ea typeface="Microsoft JhengHei"/>
                <a:cs typeface="Microsoft JhengHei"/>
              </a:rPr>
              <a:t>小組成員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D55EA-3FA7-4B29-A8C5-5C2DC1C3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羅宇航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張雲瀚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陽明荏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A98E4-248F-4AE1-9C31-3ADA02E4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91440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作品重點不是只有清單，而是把讀書計畫變成完整流程。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1F376-7EDA-4C08-9859-5260E82D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81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FC45E-1F0C-4859-810C-8DF6C6FA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95500"/>
            <a:ext cx="529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新增、編輯、刪除任務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DE8AC-02E4-4DE3-B46B-96442EC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38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0E20B-A7F5-4277-8344-1963BB6D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52700"/>
            <a:ext cx="529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搜尋與排序讀書事項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E8FC1-E14E-4F33-AC39-008A982D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B04C5-23DC-403E-AB9C-6E54A654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9900"/>
            <a:ext cx="529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逾期判斷與完成率統計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4D9C2-2B98-44B8-BA87-24986620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4FD6E-DAC4-4455-A3FF-E11E6CCE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67100"/>
            <a:ext cx="529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本機 JSON 自動保存資料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F7E94-7329-4030-820F-13688595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76750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14AB0D-0A0A-4D90-BA2A-ABE9A8AE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101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8F6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F6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CEA38-FF9F-4B93-9E0F-9269F04A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863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核心功能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C30DC-4CF5-4AD1-B686-E35A2A95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F9D9D-4F32-4672-B933-55A6185F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01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E6E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E6EA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20FD3-6F92-4D9C-9415-CA79A5B6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863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組員協作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DADF4C-AD01-448D-BA82-43CC3C91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34692A-D279-4A2E-9024-2B803CDC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10100"/>
            <a:ext cx="1238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6A5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A5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37D4AD-F380-4FCF-A4BE-1C8910AD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863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第三方套件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F86A01-A2FC-4BC9-9C3D-F0098766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48350"/>
            <a:ext cx="87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rPr>
              <a:t>GUI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F3C977-ECD5-4D73-9D9C-2862F3D6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848350"/>
            <a:ext cx="990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E6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E6EA8"/>
                </a:solidFill>
                <a:latin typeface="Microsoft JhengHei"/>
                <a:ea typeface="Microsoft JhengHei"/>
                <a:cs typeface="Microsoft JhengHei"/>
              </a:rPr>
              <a:t>JSON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2922C9-A2C5-4B1A-8E63-03CFA276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84835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E1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89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89A3A"/>
                </a:solidFill>
                <a:latin typeface="Microsoft JhengHei"/>
                <a:ea typeface="Microsoft JhengHei"/>
                <a:cs typeface="Microsoft JhengHei"/>
              </a:rPr>
              <a:t>日期判斷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3D5A05-1AF2-474D-BC26-3C0AD67A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48350"/>
            <a:ext cx="1333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D4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6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D96A56"/>
                </a:solidFill>
                <a:latin typeface="Microsoft JhengHei"/>
                <a:ea typeface="Microsoft JhengHei"/>
                <a:cs typeface="Microsoft JhengHei"/>
              </a:rPr>
              <a:t>資料 CRUD</a:t>
            </a:r>
          </a:p>
        </p:txBody>
      </p:sp>
    </p:spTree>
    <p:extLst>
      <p:ext uri="{BB962C8B-B14F-4D97-AF65-F5344CB8AC3E}">
        <p14:creationId xmlns:p14="http://schemas.microsoft.com/office/powerpoint/2010/main" val="860798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AFCD16-5C4E-434E-ABF3-01E543E4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F6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8F6A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ACC4D-1209-45F1-93E9-C27A56BF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7076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826FD-815A-462E-B5CF-EBB21605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657B1-4DB2-4B4A-93C1-8A097046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學生真正需要的是能提醒優先順序與進度的任務中心。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75106-E7CE-422F-8E1D-58DA4EEB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一般待辦清單只能記下事情；讀書任務還需要科目、截止日、狀態與統計。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AD029-0157-4899-BB1A-77123248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3000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EBBD2-E8AC-409A-9C10-DD3C06C3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A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00370-09A3-4980-97BD-9506C1BA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670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任務分散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B7F09-00F2-43D6-9D33-67E41285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作業、考試、報告常分散在不同筆記或聊天紀錄。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39509-A45D-4950-B236-5A0843D6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000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C71C7-0866-4B20-ADBB-BED5E97F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0D722-183F-4D3F-9E98-B44CF04C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670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期限模糊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A25C6-E4D2-4E65-8180-FEA3EA04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766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只知道很多事要做，但不容易看出哪一件快逾期。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2A59C-4F7F-4FC8-937A-A4C39BFD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3000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10FE8-232B-40A2-A974-0FDA9278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03E3E-31A2-475C-ACFA-2F08E732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進度不明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54B17-FC93-4A51-B018-3DEFD2CF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完成了多少、還剩多少，沒有一眼可看的回饋。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D376C-1D3A-4D03-936E-36A0143A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57800"/>
            <a:ext cx="965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6780B-7C02-4ECC-B235-6AA2ED38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29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C85A1-6A7F-41DA-98F5-5AC1B6E9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43550"/>
            <a:ext cx="8343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因此本作品把讀書任務集中管理，並加入搜尋、排序、狀態切換與統計回饋。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8790C-8F09-46BE-BDBA-38EF1CD4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學生讀書任務管理器｜Python 程式設計期末作業</a:t>
            </a:r>
          </a:p>
        </p:txBody>
      </p:sp>
    </p:spTree>
    <p:extLst>
      <p:ext uri="{BB962C8B-B14F-4D97-AF65-F5344CB8AC3E}">
        <p14:creationId xmlns:p14="http://schemas.microsoft.com/office/powerpoint/2010/main" val="6292012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42E149-532D-4579-8FE1-C2783F1E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F6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8F6A"/>
                </a:solidFill>
                <a:latin typeface="Arial"/>
                <a:ea typeface="Arial"/>
                <a:cs typeface="Arial"/>
              </a:rPr>
              <a:t>FEATURE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9B360-0970-4BF1-AC65-2C5CD8AB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7076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EBA65-E276-4575-9147-D9E7A6C0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74CD8-2E19-485F-9759-5F7BDBDA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七個核心功能支撐完整的任務管理流程。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00C13-5886-443F-9760-8FABB057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238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讀書任務資料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Task 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D931E-152B-402B-AFBF-44BA3AD7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687BB-DDF7-4D18-89B5-982E5F88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527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rPr>
              <a:t>新增任務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1B997-0ECA-453B-B8C6-0ED55684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輸入任務、科目、日期、備註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A574C-59DF-4532-9E6D-4E344037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E7F3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7C9C5-7DFF-4EB1-A00D-430FE233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6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E6EA8"/>
                </a:solidFill>
                <a:latin typeface="Microsoft JhengHei"/>
                <a:ea typeface="Microsoft JhengHei"/>
                <a:cs typeface="Microsoft JhengHei"/>
              </a:rPr>
              <a:t>編輯/刪除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B31B2-1180-4E0D-948F-D731F94F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006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修改內容或移除不需要的任務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21637-F47D-419A-AA5D-22076626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E1B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3A962-8E16-44F3-BA9D-590315E4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33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9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D89A3A"/>
                </a:solidFill>
                <a:latin typeface="Microsoft JhengHei"/>
                <a:ea typeface="Microsoft JhengHei"/>
                <a:cs typeface="Microsoft JhengHei"/>
              </a:rPr>
              <a:t>完成狀態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958DE-607E-43CE-A17E-2FD077E9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959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切換已完成與未完成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83D04-E16B-44AF-BAA6-BF555860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672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D4C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7CFE9-0A35-4E60-8267-F2B1EED9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38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D96A56"/>
                </a:solidFill>
                <a:latin typeface="Microsoft JhengHei"/>
                <a:ea typeface="Microsoft JhengHei"/>
                <a:cs typeface="Microsoft JhengHei"/>
              </a:rPr>
              <a:t>搜尋排序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EB6DF-C589-49D3-98E5-54667BAD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006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依關鍵字與截止日期整理列表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456A6-F640-4E30-A9CF-BAB7E373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2D1A17-0C23-4978-A652-517B06DD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527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rPr>
              <a:t>逾期判斷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74301B-88F6-4DE5-BB83-78E7C5DF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146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未完成且截止日已過即標示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77DF2-85CC-4894-8AE2-AB8B59EE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E7F3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41CBC-E1AE-499A-91A0-B3E2E26A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288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6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E6EA8"/>
                </a:solidFill>
                <a:latin typeface="Microsoft JhengHei"/>
                <a:ea typeface="Microsoft JhengHei"/>
                <a:cs typeface="Microsoft JhengHei"/>
              </a:rPr>
              <a:t>統計回饋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17415-32CF-48B7-A566-459742A0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總數、完成率與逾期數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1291C-83D9-45B2-BBC2-A6287425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909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9A1146-6101-4788-914F-793D75F5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909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9F012F-A3FD-4BCB-B732-696D3930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EDD051-8328-487C-A03D-FE47B9DF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3053B4-9AD8-4D85-AD40-D8469E9B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學生讀書任務管理器｜Python 程式設計期末作業</a:t>
            </a:r>
          </a:p>
        </p:txBody>
      </p:sp>
    </p:spTree>
    <p:extLst>
      <p:ext uri="{BB962C8B-B14F-4D97-AF65-F5344CB8AC3E}">
        <p14:creationId xmlns:p14="http://schemas.microsoft.com/office/powerpoint/2010/main" val="2243379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F7A1CF-6B87-4150-8795-BDF698D0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F6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8F6A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08B69-185D-4216-8A4B-4FAD1879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7076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815BC-7F51-4150-B55E-DB8CDA1B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F2150-E5C0-4E9C-94C4-83FFB2FC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介面把輸入、列表、搜尋排序與統計放在同一個工作區。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45428-3A90-4528-AC5A-2D54DDAC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043940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BB2A2-4E46-46FE-BF61-19326E9C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043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F2281-CCB6-48D1-9BFB-4D78A0F9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學生讀書任務管理器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6F19B-628F-4BE5-9AE8-69812171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52675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CE7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DCE7F3"/>
                </a:solidFill>
                <a:latin typeface="Microsoft JhengHei"/>
                <a:ea typeface="Microsoft JhengHei"/>
                <a:cs typeface="Microsoft JhengHei"/>
              </a:rPr>
              <a:t>總數 5｜已完成 2｜未完成 3｜逾期 1｜完成率 40%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019B9-936F-41DC-B537-F5DF1A9F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95600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2E8"/>
          </a:solidFill>
          <a:ln xmlns:a="http://schemas.openxmlformats.org/drawingml/2006/main" w="9525">
            <a:solidFill>
              <a:srgbClr val="D8CDB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66858-086B-4824-9593-B0C4DCA3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rPr>
              <a:t>任務內容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771BF-3129-46D9-8DCF-D966C57E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480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任務名稱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969BC-7C16-4601-8DF3-22919801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29000"/>
            <a:ext cx="16764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8DBB0-443D-4015-B930-84286B7A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7190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科目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43B97-E9B7-4456-8CA0-24AEACAA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52850"/>
            <a:ext cx="16764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2C3EE-52C6-446F-AC68-35922F10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957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截止日期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68F3A-0228-470D-9A0D-A22D572A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76700"/>
            <a:ext cx="16764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334AA-9889-49AB-A32B-20F59A97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1960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優先順序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190883-A2BE-4ED2-BCA2-036B62B4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00550"/>
            <a:ext cx="16764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D2152-94B1-43F9-8828-BE96D3F7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43450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備註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A3F0F-7610-42C3-9974-E6033EB2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24400"/>
            <a:ext cx="16764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57E3F-0D15-40EB-BE4A-904E0B25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F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6446CC-E06E-40F9-85F5-732A5885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新增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6ED53D-D4D1-4A18-8170-A425314F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3395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E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7229DA-DA50-4BA1-A92D-E0B8C8E5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911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更新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9EF04-B646-4515-A38C-F107B61E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64389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B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7ADBD2-8000-4751-A293-64DBF14D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670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搜尋：簡報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517DA3-3593-4DDE-85C4-96A7CDE8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67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排序：截止日期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417D62-BC26-4AAF-A335-35DB76F6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86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rPr>
              <a:t>任務名稱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DC882F-5EA4-4921-8FD4-471D7FCE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rPr>
              <a:t>科目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6078F7-34FD-45A7-809E-BAB404A5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861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rPr>
              <a:t>截止日期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51D1B1-C762-4A09-85FB-EC39F56C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861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rPr>
              <a:t>優先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115D4D-E958-45F7-AAE3-FEC12737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861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rPr>
              <a:t>狀態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665314-1EA0-4581-A907-F2FF3606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909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A1EB82-2242-40B1-A2EA-693C55A5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67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準備期末簡報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D9C5D9-7A45-4827-852D-9BA51FD7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程式設計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CF3557-40E9-4BEB-8F52-188D3B64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671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2026-06-06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44C1DF-D15E-48F7-9BD1-92F7020E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671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7081CD-2E9B-40CE-9AE1-E585B148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671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E6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3E6EA8"/>
                </a:solidFill>
                <a:latin typeface="Microsoft JhengHei"/>
                <a:ea typeface="Microsoft JhengHei"/>
                <a:cs typeface="Microsoft JhengHei"/>
              </a:rPr>
              <a:t>未完成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73A119-DC80-43BC-802A-54376390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910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DF8AA1-ABAD-447F-99C0-04D206BD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67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完成 AI 協作歷程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6B6824-8403-4E96-B61B-76745430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程式設計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F093C5-CA7B-4D76-B152-88A2DB62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672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2026-06-03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D9CDD8-DD98-4C86-A0B6-F0EB42D1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6720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中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E680AA-68E1-4D27-979C-07E16463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672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E6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3E6EA8"/>
                </a:solidFill>
                <a:latin typeface="Microsoft JhengHei"/>
                <a:ea typeface="Microsoft JhengHei"/>
                <a:cs typeface="Microsoft JhengHei"/>
              </a:rPr>
              <a:t>已完成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72210E-B397-4EB1-8E7F-9CA1475D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910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849A78-EF85-46DE-A1BF-3E1D6FF6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67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測試任務排序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0C8941-A84C-4977-86E4-2B1FBB74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程式設計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1BD42D-8916-4153-9C2E-A3285158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672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2026-06-01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EB4795-09B4-4824-8169-B379F481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672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5C2609-FFF9-4C2D-812F-88A17259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6672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E6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3E6EA8"/>
                </a:solidFill>
                <a:latin typeface="Microsoft JhengHei"/>
                <a:ea typeface="Microsoft JhengHei"/>
                <a:cs typeface="Microsoft JhengHei"/>
              </a:rPr>
              <a:t>未完成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371C86-24AC-42F6-B043-AB09692F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學生讀書任務管理器｜Python 程式設計期末作業</a:t>
            </a:r>
          </a:p>
        </p:txBody>
      </p:sp>
    </p:spTree>
    <p:extLst>
      <p:ext uri="{BB962C8B-B14F-4D97-AF65-F5344CB8AC3E}">
        <p14:creationId xmlns:p14="http://schemas.microsoft.com/office/powerpoint/2010/main" val="1137242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7A2C44-F57A-431C-812C-6DB199AE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F6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8F6A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D4254-4453-4647-9888-F5FD9D67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7076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32648-AEEF-44FC-979B-27DA7BC0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9D7A5-8456-4589-AC67-A4145B8B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JSON 資料與 TaskStore 讓程式邏輯清楚可維護。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DBAF3-CAC7-4F31-9536-2AFF2A17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GUI 負責操作畫面，TaskStore 負責資料增刪改查與保存，日期邏輯集中處理。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9EFF9-1D55-47D1-9835-126D3215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8575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DCE7F3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F7ACE-CFC1-41D8-A662-EC4A1118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E6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3E6EA8"/>
                </a:solidFill>
                <a:latin typeface="Microsoft JhengHei"/>
                <a:ea typeface="Microsoft JhengHei"/>
                <a:cs typeface="Microsoft JhengHei"/>
              </a:rPr>
              <a:t>Tkinter GUI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4419C-934F-4F5C-859C-5E5A05A1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213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表單輸入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任務列表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搜尋排序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按鈕操作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92916-F48B-45C9-AC96-A7D9F4A6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28900"/>
            <a:ext cx="28575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A0FB4-8208-48FD-BE3B-8986319B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57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rPr>
              <a:t>TaskStore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63691-1301-4F08-9205-83FE1F79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52800"/>
            <a:ext cx="213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load/save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add/update/delete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toggle_status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stats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B915E-ABAA-4F19-9652-48BE4F57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28900"/>
            <a:ext cx="28575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3E1BC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83A0B-B02E-4A9D-AEE7-1DFC0A4F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89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D89A3A"/>
                </a:solidFill>
                <a:latin typeface="Microsoft JhengHei"/>
                <a:ea typeface="Microsoft JhengHei"/>
                <a:cs typeface="Microsoft JhengHei"/>
              </a:rPr>
              <a:t>tasks.json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B6442-D3E4-41AB-8C3D-24F46C8C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52800"/>
            <a:ext cx="2133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任務陣列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id/title/subject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due_date/status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note/created_at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22645-CCD4-491A-AFC7-2C534724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00450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C1D50-911D-4154-BF2E-285C0DDB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00450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D3B63-1BA5-4EF5-8531-AD475E0F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766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呼叫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402CA-D699-41CD-9913-2B26CA01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EFD61D-1568-4F0B-A73D-A0761D89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43500"/>
            <a:ext cx="849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7430F-830A-41F6-99C0-0BBB88F0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14950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日期驗證：使用 datetime 檢查 YYYY-MM-DD，並在統計時判斷未完成任務是否逾期。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C4100B-906E-4CBE-9B9E-C32B36A8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學生讀書任務管理器｜Python 程式設計期末作業</a:t>
            </a:r>
          </a:p>
        </p:txBody>
      </p:sp>
    </p:spTree>
    <p:extLst>
      <p:ext uri="{BB962C8B-B14F-4D97-AF65-F5344CB8AC3E}">
        <p14:creationId xmlns:p14="http://schemas.microsoft.com/office/powerpoint/2010/main" val="2005144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4C9088-4EC1-49D2-9989-CBC72A65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F6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8F6A"/>
                </a:solidFill>
                <a:latin typeface="Arial"/>
                <a:ea typeface="Arial"/>
                <a:cs typeface="Arial"/>
              </a:rPr>
              <a:t>TEAMWORK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ACD84-8D59-4F48-AC70-8509D93E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7076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B0BB5-73F1-4526-8B01-5D2F8716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50501-EFA2-45D9-83B8-BD88DBC3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三位組員分工覆蓋程式、測試、報告與展示。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DC022-0FD4-4AE1-967F-224C354E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小組作業的重點是讓每個人負責一段明確成果，最後整合成可展示作品。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B3E7D-AB3D-4988-9E29-A310E7F9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31432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EC6ED-B5D4-48ED-988E-1CB67B1F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289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rPr>
              <a:t>羅宇航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ABC2A-B178-4225-AC6D-970CD92B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程式主體與資料儲存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A86ED-9C82-4F8D-B5A8-1C0B5763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設計 TaskStore、JSON 格式、任務新增/更新/刪除與完成狀態切換。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B7DB8-D54A-44D2-884E-4A7B05BF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1432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831D9-548D-4B3D-A5DE-9AF7ECF6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E6E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E6EA8"/>
                </a:solidFill>
                <a:latin typeface="Microsoft JhengHei"/>
                <a:ea typeface="Microsoft JhengHei"/>
                <a:cs typeface="Microsoft JhengHei"/>
              </a:rPr>
              <a:t>張雲瀚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56548-1CB9-4DA4-B4B2-A9D427AC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242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介面設計與功能測試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247E1-3F98-4CFF-ACB1-7DBCC876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005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整理 Tkinter 視窗操作流程，測試搜尋、排序、日期格式與錯誤提示。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AF568-FA58-462A-B6DE-4091504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31432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90D94-8087-4326-B29D-A14C370D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6A5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96A56"/>
                </a:solidFill>
                <a:latin typeface="Microsoft JhengHei"/>
                <a:ea typeface="Microsoft JhengHei"/>
                <a:cs typeface="Microsoft JhengHei"/>
              </a:rPr>
              <a:t>陽明荏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42BC4-CFCC-4EEF-9C5C-44A27771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報告簡報與展示流程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29926-F202-4B29-85CB-4B4F8D18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整理 AI 協作歷程、功能說明、簡報內容與期末 demo 講解順序。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F610A-854C-459E-8A11-7C3DF8D3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10200"/>
            <a:ext cx="9182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659A2-89A9-4ABF-8802-890EB53D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43550"/>
            <a:ext cx="861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整合方式：先確定功能規格，再分別完成程式、測試紀錄與發表素材，最後用同一份作品進行展示。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E2073A-7135-4BD6-A763-758E8B30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學生讀書任務管理器｜Python 程式設計期末作業</a:t>
            </a:r>
          </a:p>
        </p:txBody>
      </p:sp>
    </p:spTree>
    <p:extLst>
      <p:ext uri="{BB962C8B-B14F-4D97-AF65-F5344CB8AC3E}">
        <p14:creationId xmlns:p14="http://schemas.microsoft.com/office/powerpoint/2010/main" val="14004784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4FC4DA-BE36-4096-B2B3-A040059E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F6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8F6A"/>
                </a:solidFill>
                <a:latin typeface="Arial"/>
                <a:ea typeface="Arial"/>
                <a:cs typeface="Arial"/>
              </a:rPr>
              <a:t>AI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5FF5B-4C20-4E7E-86AB-F5C27E18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7076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423CA-FE6B-4362-BEC2-210F1D29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8B4B7-2C5A-46E3-A9C4-BA3A42AE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AI 協作主要用來發想、拆解與檢查，而不是取代學習。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63C49-FB10-4F50-9F3D-6DE7F982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每次提問都要給出背景、目標與限制，才能得到更能學習與修改的回饋。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BE92E-8F5E-42CD-914C-7909961B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41AEB-D4E4-4844-B2E1-C4614C77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A19E1-D41B-4D98-BE53-4B89CC50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2133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716A5-20F1-4E44-82F3-DB16A633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選題發想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0B68E-0E3C-44E1-B896-3A122FE9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請 AI 推薦適合 Python 期末作業的題目，並比較難度。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1A8C9-F432-434F-9D6E-28B8D19F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004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12AD3-3191-4E2B-A317-DC077CFD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DFC7C-E164-4E4F-9839-615AF2CB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6705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6E572-A086-4F39-9BA2-525AACEB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71900"/>
            <a:ext cx="2133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D71F3-15BA-44A9-A5A3-F7D73CCE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功能拆解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AD311-7657-4612-8C39-9B3625B8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196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指定學生讀書任務管理器，請 AI 規劃必要功能。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53984-7C8E-49CE-939C-27F18013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87912-1DF2-43A9-9B6D-CEB956CC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F3C00-EF18-41D1-9E9B-19D15526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6705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5849E2-0D6D-4D31-A9E3-27558095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71900"/>
            <a:ext cx="2133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831313-5F09-4ECE-90CD-1848831F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8145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資料設計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676EF-3431-4CE0-AD6B-4091A34A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196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要求 AI 設計 JSON 欄位與範例資料。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A77D33-B4A0-4162-A271-86D29AC0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1847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96FBA3-A083-456A-A5E4-A0B78658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A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33E514-BDFC-425A-810F-07F4707E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67050"/>
            <a:ext cx="514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2A509B-CC8E-46A2-84F0-B8A0D4F9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71900"/>
            <a:ext cx="2133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36DDE7-CE8B-489B-90B0-C5FA2144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8145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邏輯檢查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F9A494-33B7-445B-BC1F-8698EFF6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96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請 AI 提醒日期格式、逾期判斷與錯誤處理。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2C66D1-EC2A-4591-938C-6910E775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19750"/>
            <a:ext cx="887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rPr>
              <a:t>學習收穫：AI 可以加速規劃，但我仍需要理解資料型態、GUI 操作、檔案讀寫與例外處理。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BC344-7937-481D-A82B-83E79922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學生讀書任務管理器｜Python 程式設計期末作業</a:t>
            </a:r>
          </a:p>
        </p:txBody>
      </p:sp>
    </p:spTree>
    <p:extLst>
      <p:ext uri="{BB962C8B-B14F-4D97-AF65-F5344CB8AC3E}">
        <p14:creationId xmlns:p14="http://schemas.microsoft.com/office/powerpoint/2010/main" val="1685724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80BEC6-3912-4A63-88BB-5275F5C9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8F6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8F6A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C71BC-8D4F-4C6D-8417-CB5F4314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0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7076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0C41F-0352-40EF-9221-C6E3FDA4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C21EB-B064-4947-9E02-25A4C482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00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212B"/>
                </a:solidFill>
                <a:latin typeface="Microsoft JhengHei"/>
                <a:ea typeface="Microsoft JhengHei"/>
                <a:cs typeface="Microsoft JhengHei"/>
              </a:rPr>
              <a:t>測試通過後，作品已具備期末展示所需的完整度。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BE8A7-3111-4742-947A-197915D4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程式可以執行核心資料流程，也有文件和簡報輔助說明。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E253A-7861-49C6-B998-2A24167D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09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F7E86-8CAD-451C-A920-77B88135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8F6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F6A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FC944-7C5B-4967-8CCB-F17CBE6D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Python 語法檢查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EED24-8E72-4F41-BED2-16B2AB94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209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509E2-F037-476F-8580-B9B8B2EC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146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E6EA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E6EA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786CA-D24C-40B3-8817-48DBA07C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909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資料邏輯測試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10797-92CB-4900-966F-B2C1C02F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81300"/>
            <a:ext cx="209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632FF-AAC5-4859-AF04-16A12311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89A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9A3A"/>
                </a:solidFill>
                <a:latin typeface="Arial"/>
                <a:ea typeface="Arial"/>
                <a:cs typeface="Arial"/>
              </a:rPr>
              <a:t>DOCX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5FC18-9E48-41D3-B368-8A7019E0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909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AI 協作歷程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F4FFF-4716-4BB2-A6AC-30E78E77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209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E2C48-5EF5-4237-B8D4-57BE0163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146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6A5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6A56"/>
                </a:solidFill>
                <a:latin typeface="Arial"/>
                <a:ea typeface="Arial"/>
                <a:cs typeface="Arial"/>
              </a:rPr>
              <a:t>PPTX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21FB2-4B95-4127-9403-9BED497E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9090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期末展示簡報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A89B6-619D-4705-8382-71662B45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0"/>
            <a:ext cx="4095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02A54-5783-4CB9-9E43-3E6FD522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96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8F6A"/>
                </a:solidFill>
                <a:latin typeface="Microsoft JhengHei"/>
                <a:ea typeface="Microsoft JhengHei"/>
                <a:cs typeface="Microsoft JhengHei"/>
              </a:rPr>
              <a:t>已完成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80F968-74A5-4D40-82CE-3820B6F7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81600"/>
            <a:ext cx="3333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桌面 GUI、JSON 儲存、搜尋排序、逾期統計、README、AI 協作文件與簡報。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C198FB-16E4-4F5A-8CDE-CB6BEDB8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72000"/>
            <a:ext cx="4095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33F1F-C31E-4CC4-AED0-CDB5A0D6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9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89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D89A3A"/>
                </a:solidFill>
                <a:latin typeface="Microsoft JhengHei"/>
                <a:ea typeface="Microsoft JhengHei"/>
                <a:cs typeface="Microsoft JhengHei"/>
              </a:rPr>
              <a:t>未來可加強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D74EE3-17D1-45E3-BE47-BA8110BA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816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加入圖表、番茄鐘、任務匯出或 SQLite 資料庫，讓工具更接近正式產品。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0972CF-2DAF-419E-8BEB-347D6FCF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866EE9-6EA8-4469-B4EA-44415B71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87076"/>
                </a:solidFill>
                <a:latin typeface="Microsoft JhengHei"/>
                <a:ea typeface="Microsoft JhengHei"/>
                <a:cs typeface="Microsoft JhengHei"/>
              </a:rPr>
              <a:t>學生讀書任務管理器｜Python 程式設計期末作業</a:t>
            </a:r>
          </a:p>
        </p:txBody>
      </p:sp>
    </p:spTree>
    <p:extLst>
      <p:ext uri="{BB962C8B-B14F-4D97-AF65-F5344CB8AC3E}">
        <p14:creationId xmlns:p14="http://schemas.microsoft.com/office/powerpoint/2010/main" val="1899663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2026-05-24T09:02:03.7370000Z</dcterms:created>
  <dcterms:modified xsi:type="dcterms:W3CDTF">2026-05-24T09:02:03.7370000Z</dcterms:modified>
</coreProperties>
</file>